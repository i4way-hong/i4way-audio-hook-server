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1" autoAdjust="0"/>
    <p:restoredTop sz="94660"/>
  </p:normalViewPr>
  <p:slideViewPr>
    <p:cSldViewPr snapToGrid="0">
      <p:cViewPr varScale="1">
        <p:scale>
          <a:sx n="70" d="100"/>
          <a:sy n="70" d="100"/>
        </p:scale>
        <p:origin x="60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962EB-D779-4A95-BE56-AF95836B507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5164-FFF4-42E9-B324-85F37CB56F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0110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962EB-D779-4A95-BE56-AF95836B507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5164-FFF4-42E9-B324-85F37CB56F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011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962EB-D779-4A95-BE56-AF95836B507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5164-FFF4-42E9-B324-85F37CB56F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059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962EB-D779-4A95-BE56-AF95836B507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5164-FFF4-42E9-B324-85F37CB56F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293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962EB-D779-4A95-BE56-AF95836B507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5164-FFF4-42E9-B324-85F37CB56F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838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962EB-D779-4A95-BE56-AF95836B507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5164-FFF4-42E9-B324-85F37CB56F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101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962EB-D779-4A95-BE56-AF95836B507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5164-FFF4-42E9-B324-85F37CB56F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827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962EB-D779-4A95-BE56-AF95836B507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5164-FFF4-42E9-B324-85F37CB56F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122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962EB-D779-4A95-BE56-AF95836B507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5164-FFF4-42E9-B324-85F37CB56F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290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962EB-D779-4A95-BE56-AF95836B507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5164-FFF4-42E9-B324-85F37CB56F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299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962EB-D779-4A95-BE56-AF95836B507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5164-FFF4-42E9-B324-85F37CB56F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730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962EB-D779-4A95-BE56-AF95836B5075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B5164-FFF4-42E9-B324-85F37CB56F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686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586853" y="846161"/>
            <a:ext cx="1528550" cy="60050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Genesys Cloud</a:t>
            </a:r>
            <a:endParaRPr lang="ko-KR" altLang="en-US" sz="1200" dirty="0"/>
          </a:p>
        </p:txBody>
      </p:sp>
      <p:sp>
        <p:nvSpPr>
          <p:cNvPr id="6" name="직사각형 5"/>
          <p:cNvSpPr/>
          <p:nvPr/>
        </p:nvSpPr>
        <p:spPr>
          <a:xfrm>
            <a:off x="2947916" y="846161"/>
            <a:ext cx="3603009" cy="43263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Audio Hook Gateway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3266363" y="1296536"/>
            <a:ext cx="222913" cy="281144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/>
              <a:t>NginX</a:t>
            </a:r>
            <a:endParaRPr lang="en-US" altLang="ko-KR" sz="1400" dirty="0" smtClean="0"/>
          </a:p>
        </p:txBody>
      </p:sp>
      <p:sp>
        <p:nvSpPr>
          <p:cNvPr id="10" name="직사각형 9"/>
          <p:cNvSpPr/>
          <p:nvPr/>
        </p:nvSpPr>
        <p:spPr>
          <a:xfrm>
            <a:off x="3653051" y="1296536"/>
            <a:ext cx="2579427" cy="28114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Docker</a:t>
            </a: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 smtClean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 smtClean="0">
              <a:solidFill>
                <a:schemeClr val="tx1"/>
              </a:solidFill>
            </a:endParaRPr>
          </a:p>
          <a:p>
            <a:pPr algn="ctr"/>
            <a:endParaRPr lang="en-US" altLang="ko-KR" sz="1400" dirty="0" smtClean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 smtClean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 smtClean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3926007" y="1824250"/>
            <a:ext cx="1919784" cy="44127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Container1</a:t>
            </a:r>
            <a:endParaRPr lang="ko-KR" altLang="en-US" sz="140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3926007" y="2367886"/>
            <a:ext cx="1919784" cy="44127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Container2</a:t>
            </a:r>
            <a:endParaRPr lang="ko-KR" altLang="en-US" sz="1400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3926007" y="2928581"/>
            <a:ext cx="1919784" cy="44127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Container3</a:t>
            </a:r>
            <a:endParaRPr lang="ko-KR" altLang="en-US" sz="1400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3935105" y="3480179"/>
            <a:ext cx="1919784" cy="44127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Container4</a:t>
            </a:r>
            <a:endParaRPr lang="ko-KR" altLang="en-US" sz="1400"/>
          </a:p>
        </p:txBody>
      </p:sp>
      <p:cxnSp>
        <p:nvCxnSpPr>
          <p:cNvPr id="17" name="꺾인 연결선 16"/>
          <p:cNvCxnSpPr>
            <a:stCxn id="4" idx="2"/>
            <a:endCxn id="6" idx="1"/>
          </p:cNvCxnSpPr>
          <p:nvPr/>
        </p:nvCxnSpPr>
        <p:spPr>
          <a:xfrm rot="16200000" flipH="1">
            <a:off x="1368188" y="1429603"/>
            <a:ext cx="1562668" cy="159678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33223" y="1821807"/>
            <a:ext cx="13708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전화통화 발생시 </a:t>
            </a:r>
            <a:endParaRPr lang="en-US" altLang="ko-KR" sz="1200" dirty="0" smtClean="0"/>
          </a:p>
          <a:p>
            <a:r>
              <a:rPr lang="en-US" altLang="ko-KR" sz="1200" dirty="0" smtClean="0"/>
              <a:t>Audio hook</a:t>
            </a:r>
          </a:p>
          <a:p>
            <a:r>
              <a:rPr lang="en-US" altLang="ko-KR" sz="1200" dirty="0" err="1" smtClean="0"/>
              <a:t>Websocket</a:t>
            </a:r>
            <a:r>
              <a:rPr lang="en-US" altLang="ko-KR" sz="1200" dirty="0" smtClean="0"/>
              <a:t> </a:t>
            </a:r>
            <a:r>
              <a:rPr lang="ko-KR" altLang="en-US" sz="1200" smtClean="0"/>
              <a:t>연결</a:t>
            </a:r>
            <a:endParaRPr lang="ko-KR" altLang="en-US" sz="1200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3266363" y="4228531"/>
            <a:ext cx="1069075" cy="76427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Genesys Event Listener</a:t>
            </a:r>
            <a:endParaRPr lang="ko-KR" altLang="en-US" sz="1400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5163403" y="4253552"/>
            <a:ext cx="1069075" cy="76427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/>
              <a:t>Stt</a:t>
            </a:r>
            <a:r>
              <a:rPr lang="en-US" altLang="ko-KR" sz="1400" dirty="0" smtClean="0"/>
              <a:t> Data</a:t>
            </a:r>
          </a:p>
          <a:p>
            <a:pPr algn="ctr"/>
            <a:r>
              <a:rPr lang="en-US" altLang="ko-KR" sz="1400" dirty="0" smtClean="0"/>
              <a:t>Process</a:t>
            </a:r>
          </a:p>
        </p:txBody>
      </p:sp>
      <p:cxnSp>
        <p:nvCxnSpPr>
          <p:cNvPr id="23" name="꺾인 연결선 22"/>
          <p:cNvCxnSpPr>
            <a:stCxn id="4" idx="1"/>
            <a:endCxn id="21" idx="1"/>
          </p:cNvCxnSpPr>
          <p:nvPr/>
        </p:nvCxnSpPr>
        <p:spPr>
          <a:xfrm rot="10800000" flipH="1" flipV="1">
            <a:off x="586853" y="1146411"/>
            <a:ext cx="2679510" cy="3464257"/>
          </a:xfrm>
          <a:prstGeom prst="bentConnector3">
            <a:avLst>
              <a:gd name="adj1" fmla="val -853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19687" y="4149003"/>
            <a:ext cx="22541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Genesys Cloud</a:t>
            </a:r>
            <a:r>
              <a:rPr lang="ko-KR" altLang="en-US" sz="1200" smtClean="0"/>
              <a:t>에서 발생하는 </a:t>
            </a:r>
            <a:endParaRPr lang="en-US" altLang="ko-KR" sz="1200" dirty="0" smtClean="0"/>
          </a:p>
          <a:p>
            <a:r>
              <a:rPr lang="ko-KR" altLang="en-US" sz="1200" dirty="0" smtClean="0"/>
              <a:t>이벤트 수신</a:t>
            </a:r>
            <a:r>
              <a:rPr lang="en-US" altLang="ko-KR" sz="1200" dirty="0" smtClean="0"/>
              <a:t>(</a:t>
            </a:r>
            <a:r>
              <a:rPr lang="ko-KR" altLang="en-US" sz="1200" smtClean="0"/>
              <a:t>콜데이터 수집용</a:t>
            </a:r>
            <a:r>
              <a:rPr lang="en-US" altLang="ko-KR" sz="1200" dirty="0" smtClean="0"/>
              <a:t>)</a:t>
            </a:r>
            <a:endParaRPr lang="ko-KR" altLang="en-US" sz="1200"/>
          </a:p>
        </p:txBody>
      </p:sp>
      <p:sp>
        <p:nvSpPr>
          <p:cNvPr id="28" name="순서도: 자기 디스크 27"/>
          <p:cNvSpPr/>
          <p:nvPr/>
        </p:nvSpPr>
        <p:spPr>
          <a:xfrm>
            <a:off x="3295932" y="5679134"/>
            <a:ext cx="1096371" cy="655092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5" name="그룹 34"/>
          <p:cNvGrpSpPr/>
          <p:nvPr/>
        </p:nvGrpSpPr>
        <p:grpSpPr>
          <a:xfrm>
            <a:off x="5029199" y="5724103"/>
            <a:ext cx="1651379" cy="848435"/>
            <a:chOff x="4885899" y="5515971"/>
            <a:chExt cx="1651379" cy="848435"/>
          </a:xfrm>
        </p:grpSpPr>
        <p:sp>
          <p:nvSpPr>
            <p:cNvPr id="31" name="직사각형 30"/>
            <p:cNvSpPr/>
            <p:nvPr/>
          </p:nvSpPr>
          <p:spPr>
            <a:xfrm>
              <a:off x="4885899" y="5515971"/>
              <a:ext cx="1346579" cy="5436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/>
                <a:t>Applications</a:t>
              </a:r>
              <a:endParaRPr lang="ko-KR" altLang="en-US" sz="1400"/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5038299" y="5668371"/>
              <a:ext cx="1346579" cy="5436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/>
                <a:t>Applications</a:t>
              </a:r>
              <a:endParaRPr lang="ko-KR" altLang="en-US" sz="1400"/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5190699" y="5820771"/>
              <a:ext cx="1346579" cy="5436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/>
                <a:t>Applications</a:t>
              </a:r>
              <a:endParaRPr lang="ko-KR" altLang="en-US" sz="1400"/>
            </a:p>
          </p:txBody>
        </p:sp>
      </p:grpSp>
      <p:cxnSp>
        <p:nvCxnSpPr>
          <p:cNvPr id="37" name="꺾인 연결선 36"/>
          <p:cNvCxnSpPr>
            <a:stCxn id="22" idx="2"/>
            <a:endCxn id="31" idx="0"/>
          </p:cNvCxnSpPr>
          <p:nvPr/>
        </p:nvCxnSpPr>
        <p:spPr>
          <a:xfrm rot="16200000" flipH="1">
            <a:off x="5347077" y="5368691"/>
            <a:ext cx="706276" cy="454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756973" y="5217469"/>
            <a:ext cx="154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 smtClean="0"/>
              <a:t>Stt</a:t>
            </a:r>
            <a:r>
              <a:rPr lang="en-US" altLang="ko-KR" sz="1200" dirty="0" smtClean="0"/>
              <a:t> </a:t>
            </a:r>
            <a:r>
              <a:rPr lang="ko-KR" altLang="en-US" sz="1200" smtClean="0"/>
              <a:t>변환 데이터를 </a:t>
            </a:r>
            <a:endParaRPr lang="en-US" altLang="ko-KR" sz="1200" dirty="0" smtClean="0"/>
          </a:p>
          <a:p>
            <a:r>
              <a:rPr lang="ko-KR" altLang="en-US" sz="1200" dirty="0" smtClean="0"/>
              <a:t>필요한 </a:t>
            </a:r>
            <a:r>
              <a:rPr lang="en-US" altLang="ko-KR" sz="1200" dirty="0" err="1" smtClean="0"/>
              <a:t>Appl</a:t>
            </a:r>
            <a:r>
              <a:rPr lang="ko-KR" altLang="en-US" sz="1200" smtClean="0"/>
              <a:t>에 전달</a:t>
            </a:r>
            <a:endParaRPr lang="ko-KR" altLang="en-US" sz="1200"/>
          </a:p>
        </p:txBody>
      </p:sp>
      <p:cxnSp>
        <p:nvCxnSpPr>
          <p:cNvPr id="39" name="꺾인 연결선 38"/>
          <p:cNvCxnSpPr>
            <a:stCxn id="22" idx="2"/>
            <a:endCxn id="28" idx="1"/>
          </p:cNvCxnSpPr>
          <p:nvPr/>
        </p:nvCxnSpPr>
        <p:spPr>
          <a:xfrm rot="5400000">
            <a:off x="4440377" y="4421569"/>
            <a:ext cx="661307" cy="185382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888262" y="5163753"/>
            <a:ext cx="12469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 smtClean="0"/>
              <a:t>Stt</a:t>
            </a:r>
            <a:r>
              <a:rPr lang="en-US" altLang="ko-KR" sz="1200" dirty="0" smtClean="0"/>
              <a:t> </a:t>
            </a:r>
            <a:r>
              <a:rPr lang="ko-KR" altLang="en-US" sz="1200" smtClean="0"/>
              <a:t>변환 데이터</a:t>
            </a:r>
            <a:endParaRPr lang="en-US" altLang="ko-KR" sz="1200" dirty="0" smtClean="0"/>
          </a:p>
          <a:p>
            <a:r>
              <a:rPr lang="ko-KR" altLang="en-US" sz="1200" dirty="0" smtClean="0"/>
              <a:t>임시 저장</a:t>
            </a:r>
            <a:endParaRPr lang="ko-KR" altLang="en-US" sz="1200" dirty="0"/>
          </a:p>
        </p:txBody>
      </p:sp>
      <p:sp>
        <p:nvSpPr>
          <p:cNvPr id="45" name="모서리가 둥근 직사각형 44"/>
          <p:cNvSpPr/>
          <p:nvPr/>
        </p:nvSpPr>
        <p:spPr>
          <a:xfrm>
            <a:off x="8327408" y="2402005"/>
            <a:ext cx="1528550" cy="60050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STT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46" name="꺾인 연결선 45"/>
          <p:cNvCxnSpPr>
            <a:stCxn id="10" idx="3"/>
            <a:endCxn id="45" idx="1"/>
          </p:cNvCxnSpPr>
          <p:nvPr/>
        </p:nvCxnSpPr>
        <p:spPr>
          <a:xfrm>
            <a:off x="6232478" y="2702256"/>
            <a:ext cx="209493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528178" y="2233265"/>
            <a:ext cx="18946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Hooking</a:t>
            </a:r>
            <a:r>
              <a:rPr lang="ko-KR" altLang="en-US" sz="1200" smtClean="0"/>
              <a:t>된 전화통화 </a:t>
            </a:r>
            <a:endParaRPr lang="en-US" altLang="ko-KR" sz="1200" dirty="0" smtClean="0"/>
          </a:p>
          <a:p>
            <a:r>
              <a:rPr lang="ko-KR" altLang="en-US" sz="1200" dirty="0" smtClean="0"/>
              <a:t>오디오</a:t>
            </a:r>
            <a:r>
              <a:rPr lang="en-US" altLang="ko-KR" sz="1200" dirty="0" smtClean="0"/>
              <a:t>, </a:t>
            </a:r>
            <a:r>
              <a:rPr lang="ko-KR" altLang="en-US" sz="1200" smtClean="0"/>
              <a:t>콜정보 </a:t>
            </a:r>
            <a:r>
              <a:rPr lang="ko-KR" altLang="en-US" sz="1200" dirty="0" smtClean="0"/>
              <a:t>전달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en-US" altLang="ko-KR" sz="1200" dirty="0" smtClean="0"/>
              <a:t>TCP Socket, </a:t>
            </a:r>
            <a:r>
              <a:rPr lang="en-US" altLang="ko-KR" sz="1200" dirty="0" err="1" smtClean="0"/>
              <a:t>Websocket</a:t>
            </a:r>
            <a:r>
              <a:rPr lang="en-US" altLang="ko-KR" sz="1200" dirty="0" smtClean="0"/>
              <a:t>, </a:t>
            </a:r>
          </a:p>
          <a:p>
            <a:r>
              <a:rPr lang="en-US" altLang="ko-KR" sz="1200" dirty="0" err="1" smtClean="0"/>
              <a:t>Grcp</a:t>
            </a:r>
            <a:r>
              <a:rPr lang="en-US" altLang="ko-KR" sz="1200" dirty="0" smtClean="0"/>
              <a:t> </a:t>
            </a:r>
            <a:r>
              <a:rPr lang="ko-KR" altLang="en-US" sz="1200" smtClean="0"/>
              <a:t>지원</a:t>
            </a:r>
            <a:endParaRPr lang="ko-KR" altLang="en-US" sz="1200" dirty="0"/>
          </a:p>
        </p:txBody>
      </p:sp>
      <p:cxnSp>
        <p:nvCxnSpPr>
          <p:cNvPr id="51" name="꺾인 연결선 50"/>
          <p:cNvCxnSpPr>
            <a:stCxn id="45" idx="2"/>
            <a:endCxn id="22" idx="3"/>
          </p:cNvCxnSpPr>
          <p:nvPr/>
        </p:nvCxnSpPr>
        <p:spPr>
          <a:xfrm rot="5400000">
            <a:off x="6845490" y="2389496"/>
            <a:ext cx="1633183" cy="2859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224002" y="4126671"/>
            <a:ext cx="154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 smtClean="0"/>
              <a:t>Stt</a:t>
            </a:r>
            <a:r>
              <a:rPr lang="en-US" altLang="ko-KR" sz="1200" dirty="0" smtClean="0"/>
              <a:t> </a:t>
            </a:r>
            <a:r>
              <a:rPr lang="ko-KR" altLang="en-US" sz="1200" smtClean="0"/>
              <a:t>변환 데이터를 </a:t>
            </a:r>
            <a:endParaRPr lang="en-US" altLang="ko-KR" sz="1200" dirty="0" smtClean="0"/>
          </a:p>
          <a:p>
            <a:r>
              <a:rPr lang="ko-KR" altLang="en-US" sz="1200" dirty="0" smtClean="0"/>
              <a:t>필요한 </a:t>
            </a:r>
            <a:r>
              <a:rPr lang="en-US" altLang="ko-KR" sz="1200" dirty="0" err="1" smtClean="0"/>
              <a:t>Appl</a:t>
            </a:r>
            <a:r>
              <a:rPr lang="ko-KR" altLang="en-US" sz="1200" smtClean="0"/>
              <a:t>에 전달</a:t>
            </a:r>
            <a:endParaRPr lang="ko-KR" altLang="en-US" sz="1200"/>
          </a:p>
        </p:txBody>
      </p:sp>
      <p:cxnSp>
        <p:nvCxnSpPr>
          <p:cNvPr id="55" name="꺾인 연결선 54"/>
          <p:cNvCxnSpPr>
            <a:stCxn id="21" idx="3"/>
            <a:endCxn id="22" idx="1"/>
          </p:cNvCxnSpPr>
          <p:nvPr/>
        </p:nvCxnSpPr>
        <p:spPr>
          <a:xfrm>
            <a:off x="4335438" y="4610669"/>
            <a:ext cx="827965" cy="2502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395118" y="4623179"/>
            <a:ext cx="854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 smtClean="0"/>
              <a:t>콜데이터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r>
              <a:rPr lang="ko-KR" altLang="en-US" sz="1200" dirty="0" smtClean="0"/>
              <a:t>전달</a:t>
            </a:r>
            <a:endParaRPr lang="ko-KR" altLang="en-US" sz="1200" dirty="0"/>
          </a:p>
        </p:txBody>
      </p:sp>
      <p:cxnSp>
        <p:nvCxnSpPr>
          <p:cNvPr id="59" name="꺾인 연결선 58"/>
          <p:cNvCxnSpPr>
            <a:stCxn id="22" idx="0"/>
            <a:endCxn id="10" idx="3"/>
          </p:cNvCxnSpPr>
          <p:nvPr/>
        </p:nvCxnSpPr>
        <p:spPr>
          <a:xfrm rot="5400000" flipH="1" flipV="1">
            <a:off x="5189561" y="3210636"/>
            <a:ext cx="1551296" cy="534537"/>
          </a:xfrm>
          <a:prstGeom prst="bentConnector4">
            <a:avLst>
              <a:gd name="adj1" fmla="val 4692"/>
              <a:gd name="adj2" fmla="val 14276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232478" y="3516034"/>
            <a:ext cx="854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 smtClean="0"/>
              <a:t>콜데이터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r>
              <a:rPr lang="ko-KR" altLang="en-US" sz="1200" dirty="0" smtClean="0"/>
              <a:t>전달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18591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74</Words>
  <Application>Microsoft Office PowerPoint</Application>
  <PresentationFormat>와이드스크린</PresentationFormat>
  <Paragraphs>56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Microsoft 계정</cp:lastModifiedBy>
  <cp:revision>5</cp:revision>
  <dcterms:created xsi:type="dcterms:W3CDTF">2025-11-24T06:37:07Z</dcterms:created>
  <dcterms:modified xsi:type="dcterms:W3CDTF">2025-11-24T07:35:48Z</dcterms:modified>
</cp:coreProperties>
</file>